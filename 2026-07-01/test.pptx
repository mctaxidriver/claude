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Nachtroutine läuft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>
                <a:solidFill>
                  <a:srgbClr val="AAAACC"/>
                </a:solidFill>
              </a:rPr>
              <a:t>Test erfolgreich, 01.07.2026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