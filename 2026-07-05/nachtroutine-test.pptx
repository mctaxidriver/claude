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Test erfolgreich.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B8BED9"/>
                </a:solidFill>
              </a:rPr>
              <a:t>Die nächtliche Routine läuft. Diese Slide wurde automatisch erstellt am 05.07.2026.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