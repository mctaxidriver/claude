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Nachtroutine funktioniert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Automatisch erstellt am 2026-07-02 von Claude, waehrend du geschlafen hast.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