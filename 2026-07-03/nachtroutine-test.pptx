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/>
              <a:t>Nachtroutine laeuft</a:t>
            </a:r>
          </a:p>
          <a:p>
            <a:pPr algn="ctr"/>
            <a:r>
              <a:rPr sz="2200"/>
              <a:t>3. Juli 2026, alles im grünen Bereich.</a:t>
            </a:r>
          </a:p>
          <a:p>
            <a:pPr algn="ctr"/>
            <a:r>
              <a:rPr sz="1800"/>
              <a:t>Aufgabe aus dem Doc erledigt, waehrend du geschlafen hast.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